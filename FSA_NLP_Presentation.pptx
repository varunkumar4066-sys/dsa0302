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1F7D12-52A6-426F-8CE1-65609CE6E99A}" v="1" dt="2026-07-15T04:38:34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kar Reddy" userId="d75a5ff374147130" providerId="LiveId" clId="{AEC66420-82FA-47F1-A07F-C1994CA34F60}"/>
    <pc:docChg chg="undo custSel modSld">
      <pc:chgData name="Srikar Reddy" userId="d75a5ff374147130" providerId="LiveId" clId="{AEC66420-82FA-47F1-A07F-C1994CA34F60}" dt="2026-07-15T04:51:54.431" v="184" actId="313"/>
      <pc:docMkLst>
        <pc:docMk/>
      </pc:docMkLst>
      <pc:sldChg chg="addSp delSp modSp mod">
        <pc:chgData name="Srikar Reddy" userId="d75a5ff374147130" providerId="LiveId" clId="{AEC66420-82FA-47F1-A07F-C1994CA34F60}" dt="2026-07-15T04:51:54.431" v="184" actId="313"/>
        <pc:sldMkLst>
          <pc:docMk/>
          <pc:sldMk cId="280410574" sldId="257"/>
        </pc:sldMkLst>
        <pc:spChg chg="mod">
          <ac:chgData name="Srikar Reddy" userId="d75a5ff374147130" providerId="LiveId" clId="{AEC66420-82FA-47F1-A07F-C1994CA34F60}" dt="2026-07-15T04:51:54.431" v="184" actId="313"/>
          <ac:spMkLst>
            <pc:docMk/>
            <pc:sldMk cId="280410574" sldId="257"/>
            <ac:spMk id="6" creationId="{00000000-0000-0000-0000-000000000000}"/>
          </ac:spMkLst>
        </pc:spChg>
        <pc:spChg chg="add del">
          <ac:chgData name="Srikar Reddy" userId="d75a5ff374147130" providerId="LiveId" clId="{AEC66420-82FA-47F1-A07F-C1994CA34F60}" dt="2026-07-15T04:41:01.851" v="140" actId="22"/>
          <ac:spMkLst>
            <pc:docMk/>
            <pc:sldMk cId="280410574" sldId="257"/>
            <ac:spMk id="7" creationId="{0C201E31-8CB8-9C28-6705-6255900A3C96}"/>
          </ac:spMkLst>
        </pc:spChg>
        <pc:picChg chg="add mod">
          <ac:chgData name="Srikar Reddy" userId="d75a5ff374147130" providerId="LiveId" clId="{AEC66420-82FA-47F1-A07F-C1994CA34F60}" dt="2026-07-15T04:42:01.610" v="149" actId="1076"/>
          <ac:picMkLst>
            <pc:docMk/>
            <pc:sldMk cId="280410574" sldId="257"/>
            <ac:picMk id="9" creationId="{667F9ACF-9CD7-C69C-F600-4C92A4115878}"/>
          </ac:picMkLst>
        </pc:picChg>
      </pc:sldChg>
      <pc:sldChg chg="addSp modSp mod">
        <pc:chgData name="Srikar Reddy" userId="d75a5ff374147130" providerId="LiveId" clId="{AEC66420-82FA-47F1-A07F-C1994CA34F60}" dt="2026-07-15T04:44:56.407" v="182" actId="14100"/>
        <pc:sldMkLst>
          <pc:docMk/>
          <pc:sldMk cId="280410574" sldId="277"/>
        </pc:sldMkLst>
        <pc:spChg chg="mod">
          <ac:chgData name="Srikar Reddy" userId="d75a5ff374147130" providerId="LiveId" clId="{AEC66420-82FA-47F1-A07F-C1994CA34F60}" dt="2026-07-15T04:44:52.407" v="181" actId="1035"/>
          <ac:spMkLst>
            <pc:docMk/>
            <pc:sldMk cId="280410574" sldId="277"/>
            <ac:spMk id="2" creationId="{00000000-0000-0000-0000-000000000000}"/>
          </ac:spMkLst>
        </pc:spChg>
        <pc:picChg chg="mod">
          <ac:chgData name="Srikar Reddy" userId="d75a5ff374147130" providerId="LiveId" clId="{AEC66420-82FA-47F1-A07F-C1994CA34F60}" dt="2026-07-15T04:44:44.204" v="157" actId="1035"/>
          <ac:picMkLst>
            <pc:docMk/>
            <pc:sldMk cId="280410574" sldId="277"/>
            <ac:picMk id="4" creationId="{00000000-0000-0000-0000-000000000000}"/>
          </ac:picMkLst>
        </pc:picChg>
        <pc:picChg chg="mod">
          <ac:chgData name="Srikar Reddy" userId="d75a5ff374147130" providerId="LiveId" clId="{AEC66420-82FA-47F1-A07F-C1994CA34F60}" dt="2026-07-15T04:44:46.724" v="162" actId="1035"/>
          <ac:picMkLst>
            <pc:docMk/>
            <pc:sldMk cId="280410574" sldId="277"/>
            <ac:picMk id="5" creationId="{00000000-0000-0000-0000-000000000000}"/>
          </ac:picMkLst>
        </pc:picChg>
        <pc:picChg chg="add mod">
          <ac:chgData name="Srikar Reddy" userId="d75a5ff374147130" providerId="LiveId" clId="{AEC66420-82FA-47F1-A07F-C1994CA34F60}" dt="2026-07-15T04:44:56.407" v="182" actId="14100"/>
          <ac:picMkLst>
            <pc:docMk/>
            <pc:sldMk cId="280410574" sldId="277"/>
            <ac:picMk id="7" creationId="{7D0B1357-3D34-FBC5-28D6-3FF491D92AF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A21B-9BE1-49EA-BA32-005609281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9F22-778F-4D73-BAFA-6585BBCE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C98A6-79B9-417F-B155-10843E1E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CC57-88D6-4903-A0AA-24AB991F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6F89-088F-471E-9CDE-08B4A9AE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863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25A3-4AE0-4B08-A713-E7782CC9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49697-FB74-4C1E-9B4A-F41E237C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44EAB-F023-42DB-8387-25EDB64E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8065C-A1E8-4A8F-9D5A-DA036ABD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91BC-7660-465C-8C9D-AB8008BA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2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C47D-2BF2-4C10-BC42-BFFE9FEB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4240F-9DD5-4016-B209-8C84B6764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88427-5482-4386-ACBC-92D17FA7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636D7-F077-4032-A204-1238C612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A9D3E-6065-45C9-B9B4-36C89BFA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3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142B-C5AE-4588-81B8-780387B5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2A802-0B98-4551-905E-32AE3D8DA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1546A-1A22-4038-80AE-8EB15D498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2D7C2-7D01-4259-9743-1A0AD434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9B691-B99E-4414-8FAC-85971717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0C6EF-AFF1-49D2-961B-AC651AA8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18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0705-3056-470B-BAD0-235AB33E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8A3EA-E18A-4335-B4CF-92E97DCD8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284FE-C6E3-43A5-B384-DD6AF0701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A8269-119D-45E1-8BA0-63FCD1BA5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48F56-648C-4AB4-A7A1-37BD6856A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066F2-008D-4C79-AB3E-EC4C15BC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8268F-5928-4B47-B10F-6B2ACE3B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067A3-5843-427B-8CC4-0CE3EAA5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068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A63E-AB99-41C6-A383-A7744748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09B38-543F-4EE0-B8F0-9FFEBC60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09EE6-C25F-4184-880C-93300E01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D687A-9B59-40DC-A845-6A284656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20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274B33-386B-47A2-81D7-4D1F4AE9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D7043-1B90-43F4-8D3A-2B0FBA5E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4B86F-7CFD-441C-B203-62043B69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4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8074-8FEC-40E1-9498-EAC7BB14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3CED-4AD6-4DAC-B4E9-58421DDA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D4F6A-BC6A-427B-9E52-41FE2512F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85919-80D0-4DB3-B957-12558EFD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C8665-5508-4A21-916C-BDB3DD1E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5E404-1409-4765-A9A4-319DBD9C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1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6793-E247-46EB-83E9-F40209A1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8DC73-323F-4C1E-B3AB-0657DED05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3E626-F59A-41AF-9AC1-4B052C7FC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EE982-4420-496C-AD1D-579C2922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2EB25-8D34-47FE-8E16-62582383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DAA90-437D-4DFC-9666-3F67508E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8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73025-77C6-4066-8D7B-00C882FF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A27D5-1F4F-4F6A-8C86-0BD49E34A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7942C-EA23-4729-BE34-78C78E12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853C9-2EE0-4A83-B782-DD382645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FAE02-4D1D-47BD-8B70-22A17749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1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C8C9A-6138-4AC9-925B-44F7DA835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F61A5-B5F5-44C3-BE4F-4BF5E0B98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8053D-FF12-40FE-B0FE-C43DD166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7583A-01F4-4A93-98B1-33B0577E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6A1C6-7E91-40B5-AB67-92F04002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87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F18B2-B7F3-474A-ACF0-A9A9BB22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03A08-3F14-41A8-BD11-9F3647401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F292A-5875-4E78-A8BF-0CAA617CF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009BD-9AB8-4CBF-917B-4BB6A75D3F8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01C79-E429-4D10-BEE9-B90B126A1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59A9C-6292-43FB-AA5F-AE35AF2FE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8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1531-B19F-4052-B9E6-7DF604D7A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377" y="758591"/>
            <a:ext cx="9144000" cy="1655763"/>
          </a:xfrm>
        </p:spPr>
        <p:txBody>
          <a:bodyPr>
            <a:noAutofit/>
          </a:bodyPr>
          <a:lstStyle/>
          <a:p>
            <a:r>
              <a:rPr lang="it-IT" sz="3200" b="1" dirty="0">
                <a:latin typeface="Times" panose="02020603050405020304" pitchFamily="18" charset="0"/>
                <a:cs typeface="Times" panose="02020603050405020304" pitchFamily="18" charset="0"/>
              </a:rPr>
              <a:t>Finite State Automata (FSA) in Natural Language Processing-</a:t>
            </a:r>
            <a:r>
              <a:rPr lang="en-IN" sz="3200" b="1" dirty="0">
                <a:latin typeface=" times of roman"/>
                <a:cs typeface="Times" panose="02020603050405020304" pitchFamily="18" charset="0"/>
              </a:rPr>
              <a:t>State Transitions and Language Recognition</a:t>
            </a:r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C6823-82FB-4603-978C-47351E74F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7142" y="3532809"/>
            <a:ext cx="9144000" cy="408853"/>
          </a:xfrm>
        </p:spPr>
        <p:txBody>
          <a:bodyPr>
            <a:normAutofit lnSpcReduction="10000"/>
          </a:bodyPr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Department: Artificial Intelligence &amp;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647DA-677D-45F0-9BFA-4DB770D88EBC}"/>
              </a:ext>
            </a:extLst>
          </p:cNvPr>
          <p:cNvSpPr txBox="1"/>
          <p:nvPr/>
        </p:nvSpPr>
        <p:spPr>
          <a:xfrm>
            <a:off x="741218" y="4175920"/>
            <a:ext cx="4274535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1D07B-7C4D-4CCA-831D-7A0F3F380592}"/>
              </a:ext>
            </a:extLst>
          </p:cNvPr>
          <p:cNvSpPr txBox="1"/>
          <p:nvPr/>
        </p:nvSpPr>
        <p:spPr>
          <a:xfrm>
            <a:off x="7738578" y="4459952"/>
            <a:ext cx="3823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.Varun Kumar Reddy</a:t>
            </a:r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591A30CE-81C2-5C19-869A-4349CDF329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A9CC1D4-C377-D3F8-6386-FEC7D19D4D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A1B08E-2FD4-332E-9477-F812AB683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033822"/>
              </p:ext>
            </p:extLst>
          </p:nvPr>
        </p:nvGraphicFramePr>
        <p:xfrm>
          <a:off x="1321377" y="2780391"/>
          <a:ext cx="10039350" cy="518160"/>
        </p:xfrm>
        <a:graphic>
          <a:graphicData uri="http://schemas.openxmlformats.org/drawingml/2006/table">
            <a:tbl>
              <a:tblPr/>
              <a:tblGrid>
                <a:gridCol w="10039350">
                  <a:extLst>
                    <a:ext uri="{9D8B030D-6E8A-4147-A177-3AD203B41FA5}">
                      <a16:colId xmlns:a16="http://schemas.microsoft.com/office/drawing/2014/main" val="2364117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effectLst/>
                          <a:latin typeface=" times of roman"/>
                          <a:cs typeface="Times" panose="02020603050405020304" pitchFamily="18" charset="0"/>
                        </a:rPr>
                        <a:t>DSA0302:-Natural Language Processing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63380"/>
                  </a:ext>
                </a:extLst>
              </a:tr>
            </a:tbl>
          </a:graphicData>
        </a:graphic>
      </p:graphicFrame>
      <p:sp>
        <p:nvSpPr>
          <p:cNvPr id="20" name="Objective Box"/>
          <p:cNvSpPr/>
          <p:nvPr/>
        </p:nvSpPr>
        <p:spPr>
          <a:xfrm>
            <a:off x="1169042" y="5250000"/>
            <a:ext cx="9853916" cy="1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ct val="200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R="0" lvl="0" algn="l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" panose="02020603050405020304" pitchFamily="18" charset="0"/>
                <a:cs typeface="Times" panose="02020603050405020304" pitchFamily="18" charset="0"/>
              </a:rPr>
              <a:t>Understand Finite State Automata, learn state transitions, recognize language patterns, and implement an FSA using Python.</a:t>
            </a:r>
          </a:p>
        </p:txBody>
      </p:sp>
    </p:spTree>
    <p:extLst>
      <p:ext uri="{BB962C8B-B14F-4D97-AF65-F5344CB8AC3E}">
        <p14:creationId xmlns:p14="http://schemas.microsoft.com/office/powerpoint/2010/main" val="362013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Finite State Automata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Finite State Automata (FSA)?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FSA is a mathematical model that recognizes patterns or sequences of symbols using a finite number of states and transitions triggered by input characters.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lvl="0" algn="just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Start State, Input Alphabets, Transition Function, Initial State</a:t>
            </a:r>
            <a:r>
              <a:rPr lang="en-US" altLang="en-US" sz="1900" dirty="0">
                <a:latin typeface="Times" panose="02020603050405020304" pitchFamily="18" charset="0"/>
                <a:cs typeface="Times" panose="02020603050405020304" pitchFamily="18" charset="0"/>
              </a:rPr>
              <a:t> and Final (Accept) State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— Recognizing Strings Ending With "ab"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(Start) reads ‘a’ and moves to q1; q1 reads ‘a’ and loops back to itself; q1 reads ‘b’ and moves to q2, the Accept state.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7F9ACF-9CD7-C69C-F600-4C92A4115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472" y="4714254"/>
            <a:ext cx="4354692" cy="195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 Example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= "aaab"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→(a)→ q1 →(a)→ q1 →(a)→ q1 →(b)→ q2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Final State = q2   →   Result: Accepted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= "abaa"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→(a)→ q1 →(b)→ q2 →(a)→ q1 →(a)→ q1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Final State = q1   →   Result: Rejected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FSA Implementation (Python)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def fsa(string):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state = 0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for ch in string: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if state == 0: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if ch == 'a':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    state = 1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elif state == 1: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if ch == 'a':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    state = 1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elif ch == 'b':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    state = 2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elif state == 2: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if ch == 'a':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    state = 1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else: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        state = 0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if state == 2: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print("Accepted")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else: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       print("Rejected")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fsa("aaab")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fsa("abaa")</a:t>
            </a:r>
          </a:p>
          <a:p>
            <a:pPr marR="0" lvl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fsa("cab")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479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and Explanation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28890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28890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 Output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fsa("aaab") → Accepted        fsa("abaa") → Rejected        fsa("cab") → Rejected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Step-by-Step: "aaab"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→ q1 → q1 → q1 → q2 — ends at the Accept state q2, so the result is Accepted.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Step-by-Step: "abaa"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q0 → q1 → q2 → q1 → q1 — ends at q1, not the Accept state, so the result is Rejected.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0B1357-3D34-FBC5-28D6-3FF491D92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71787"/>
            <a:ext cx="12192000" cy="53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 Advantages &amp; Limitations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69042" y="1767729"/>
            <a:ext cx="985391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Spell checking, tokenization, lexical analysis, morphological analysis, pattern matching, chatbots, and search engines.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Fast processing, easy implementation, low memory usage, and efficient pattern recognition.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Cannot understand sentence meaning, cannot recognize complex grammar, and works only for regular languages.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R="0" lvl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FSA is a simple yet powerful computational model that recognizes valid patterns through state transitions, forming the foundation for lexical analysis, tokenization, spell checking, and pattern matching in NLP.</a:t>
            </a: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534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 times of roman</vt:lpstr>
      <vt:lpstr>Arial</vt:lpstr>
      <vt:lpstr>Calibri</vt:lpstr>
      <vt:lpstr>Calibri Light</vt:lpstr>
      <vt:lpstr>Courier New</vt:lpstr>
      <vt:lpstr>Times</vt:lpstr>
      <vt:lpstr>Times New Roman</vt:lpstr>
      <vt:lpstr>Wingdings</vt:lpstr>
      <vt:lpstr>Office Theme</vt:lpstr>
      <vt:lpstr>Finite State Automata (FSA) in Natural Language Processing-State Transitions and Language Recognition</vt:lpstr>
      <vt:lpstr>Introduction to Finite State Automata</vt:lpstr>
      <vt:lpstr>State Transition Example</vt:lpstr>
      <vt:lpstr>Python Program</vt:lpstr>
      <vt:lpstr>Output and Explanation</vt:lpstr>
      <vt:lpstr>Applications, Advantages &amp;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POGALA CHANDU</dc:creator>
  <cp:lastModifiedBy>Srikar Reddy</cp:lastModifiedBy>
  <cp:revision>36</cp:revision>
  <dcterms:created xsi:type="dcterms:W3CDTF">2026-01-20T02:41:58Z</dcterms:created>
  <dcterms:modified xsi:type="dcterms:W3CDTF">2026-07-15T04:51:59Z</dcterms:modified>
</cp:coreProperties>
</file>